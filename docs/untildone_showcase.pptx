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1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43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everyone has a reminders app they ignore. This is about building one you can't ignore — and building it by talking, not coding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point is the constraint that shaped everything. Every commercial 'nag until done' feature is behind a paywall.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product in one line. The gap between typing and the buzz is just when it was set for; ingestion takes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zero-euro figure is the point of the slide. Every piece was already there; the work was wiring, not buying.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 for a general audience: an AI in a chat window is not a service that runs. It needs a body. Ours is a 500-line Python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user guide in one slide. The point to land: there is no vocabulary to learn. Croatian, English, half-sentences — the chat is the parser.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sceptics: it's not another inbox. It's your existing Reminders app, with a robot filling it in and cleaning up after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Filesystem connector is Mac-only and fenced to one folder. Phone-Claude can only create new Drive files, not edit — hence one file per command, deleted after ingest.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Failed files go to inbox_failed/ with the error in status.json, never silently dropped. The dashboard, when built, will call the same ingest function — one code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status_log table was added the moment team tracking came up: one writer, so it's a single-user DB with an assignee column, not a collaboration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Two-week live trial before adding anything beyond the dashboard. The Pi is the one hardware purchase; it also becomes home for future little daemons.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'how', unhide slides 6–8.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told a chat to remind me.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my phone won't let me forget.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tracker built in one morning, with no paid apps, driven entirely from a conversation.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Maja Kuzman · August 2026 · github: untildone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wish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1450604"/>
            <a:ext cx="317480" cy="317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075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anywhere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184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laptop, mid-thought: “remind me to pay the race entry Tuesday at 2.” No forms, no app-switching.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2319284"/>
            <a:ext cx="317480" cy="317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1762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 until it's actually done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4871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polite ping. Every 30 minutes, until I tick it off.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318796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0449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from the phone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3558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it in the notification and the whole system knows.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64" y="4056644"/>
            <a:ext cx="317480" cy="317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913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subscriptions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Todoist Pro, no new accounts. Things I already own.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feels like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one from this morning.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11:42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type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the dentist, set reminder 11:55”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035808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66160" y="1874520"/>
            <a:ext cx="640080" cy="64008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0299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11:55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buzzes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[T005] book the dentist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779008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09360" y="1874520"/>
            <a:ext cx="640080" cy="64008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0299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11:56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tick it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disappears. Task closed. Logged.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I ignored it, it would have come back at 12:25, 12:55, 13:25…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morning, 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(10:27 → 12:57)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56032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captured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8368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from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were already lying around and got repurposed: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 ·  Google Drive  ·  Apple Reminders  ·  Python  ·  a chat window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trick: three jobs, three tools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can't run in the background — it only exists while you're typing. So it can't be the alarm clock. We gave each job to the thing that's good at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22439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32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in chat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“Tuesday at 2, pay Alex back” and turns it into a precise instruction.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87452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21031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978" y="22439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343400" y="2432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program on the laptop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every minute, reads new instructions, decides who needs nagging.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187452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309360" y="21031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178" y="22439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messenger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086600" y="2432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Reminders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the phone, already syncs, already has a tick-box. Every open task is pre-armed there, so the first alert fires even if the laptop sleeps.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just say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forms, no fields, no app to open. Plain sentences, in whatever language you think 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“remind me to buy toothpaste at 5”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5361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5727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today 17:00 · nags every 30 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00253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 the race entry tomorrow 2pm”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659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0025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tomorrow 14:00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4323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“Sam is starting the QC report”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39572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4323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 Sam · in progress · silent for you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286207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“idea: rotate morning tasks”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82549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8620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· no time · never nags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73552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2918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 toothpaste to 3pm”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2552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918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changed · phone reminder moves with 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37216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“done toothpaste”  ·  or just tick it on your phone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6850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7216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· reminder gone · logged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5800" y="415137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open?”  ·  “what’s Sam on?”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41513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answer from the daemon’s status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can’t tell which task you mean, it asks. Otherwise it acts and shows one line you can correct.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actually see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phone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647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called Claude in Reminders. Each task is there with its alert already set — it buzzes at the due time even if the laptop is asleep.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minutes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7647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item re-alerts. No duplicates, no pile-up. Quiet hours 22:00–07:00: nothing buzzes.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3211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tick it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564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from your phone within a minute. Marked done with a timestamp. Nobody has to tell anybody.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741" y="3321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background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564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who, what, when, how long — sits in one small database. Export a month for a client as CSV in one sentence.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rules: only your tasks nag you · no time means no nagging · tick it or tell it, either works.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200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301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technical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325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Claude app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Drive:create_file → JSON into claude_daemon/inbox/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146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68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Desktop app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2852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Filesystem:write_file → JSON into inbox_local/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788920" y="12344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13716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291840" y="1325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292608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Mac by Drive for desktop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937760" y="1234440"/>
            <a:ext cx="1965960" cy="2057400"/>
          </a:xfrm>
          <a:prstGeom prst="roundRect">
            <a:avLst>
              <a:gd name="adj" fmla="val 4651"/>
            </a:avLst>
          </a:prstGeom>
          <a:solidFill>
            <a:srgbClr val="2E2A28"/>
          </a:solidFill>
          <a:ln w="12700">
            <a:solidFill>
              <a:srgbClr val="2E2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137160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4068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daemon.py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074920" y="17099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launchd, every 60 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inbox files → delete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sync Reminders (ticked → done)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nag pass (next_nag ≤ now)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pre-arm every open task at its due time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status.json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7315200" y="12344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137160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818120" y="1325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tasks.db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452360" y="17099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tasks + status_log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7315200" y="23774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2514600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818120" y="2468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7452360" y="28529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“Claude” → iCloud → iPhone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937760" y="35204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657600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44068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status.json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5074920" y="399592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by Claude, any device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2377440" y="1691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4526280" y="1691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2377440" y="2834640"/>
            <a:ext cx="256032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6903720" y="1691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6903720" y="2834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5916168" y="329184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 txBox="1"/>
          <p:nvPr/>
        </p:nvSpPr>
        <p:spPr>
          <a:xfrm>
            <a:off x="54864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makes it possible: Claude never talks to a running process, it only creates files. The daemon reads files and writes files. That is the entire contract — and why it can move to a Raspberry Pi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mailbox protocol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200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301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technical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is one small JSON file. Filename carries a timestamp so they're processed in order. Consumed, then deleted — the mailbox is empty in steady state.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4937760" cy="2697480"/>
          </a:xfrm>
          <a:prstGeom prst="roundRect">
            <a:avLst>
              <a:gd name="adj" fmla="val 3390"/>
            </a:avLst>
          </a:prstGeom>
          <a:solidFill>
            <a:srgbClr val="2E2A28"/>
          </a:solidFill>
          <a:ln w="12700">
            <a:solidFill>
              <a:srgbClr val="2E2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{"action":"add", "title":"pay the race entry",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"due":"2026-09-01T14:00"}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{"action":"add", "title":"batch effect QC report",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"assignee":"Sam", "status":"in_progress"}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{"action":"update", "id":"T001", "due":"2026-08-31T15:00"}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{"action":"done", "id":"toothpaste"}      ← fuzzy title ok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{"action":"snooze", "id":"T003", "minutes":90}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{"action":"export", "filter":{"project":"work"}}   → CSV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create-only?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Phone-Claude can create Drive files but never edit them. One file per command sidesteps that entirely.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2423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delete?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670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accumulates in Drive. The database is the record; the mailbox is transit.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fuzzy ids?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3355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“done toothpaste” is how people talk. Ambiguous → the daemon refuses and lists candidates.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3794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back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status.json is rewritten every tick and mirrored to Drive, so the phone can ask “what's open?”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nag loop and the data behind it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200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301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technical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129936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Pre-arm at creation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4264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task of mine gets a Reminders item alerting at its due time, the moment it exists. The phone shows the whole list; the first alert needs no Mac.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207660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1938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next_nag ≤ now? → nag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22037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notification, then the same Reminders item is re-armed to now+60 s. Only my tasks with a due date; other people's never nag me.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285384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715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next_nag += 30 min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234440" y="29809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22:00–07:00 (quiet hours). Snooze or a new due date just moves next_nag — and the Reminder follows.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" y="3631082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Ticked anywhere → done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234440" y="37581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sync each tick: completed items become status=done and are deleted from Reminders. Done via chat deletes them too.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669280" y="1188720"/>
            <a:ext cx="2926080" cy="3154680"/>
          </a:xfrm>
          <a:prstGeom prst="roundRect">
            <a:avLst>
              <a:gd name="adj" fmla="val 312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585216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tasks.db (SQLite)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852160" y="16002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· title · kind · project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assignee · status · due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nag_every_min · next_nag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reminder_id · created/updated/done_at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task_id · from → to · changed_at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a row. That is what makes “who worked on what, from when to when” a query — and a client report a CSV export.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5361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65689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round-trip test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10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task from the phone, watch it land on the laptop within a minute.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5361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6568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10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who's on what, open items, tick, add — one HTML page served by the daemon.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25709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Raspberry Pi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clock never sleeps. Same code, same files, one box that's always 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92040" y="31363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741" y="325709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view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database, more names in the assignee column. Workload per person as a CSV for clients.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3840480" cy="3840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didn't run anything.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wrote small files, and a small program did the rest.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design — and it's why the next version can live on a 60 € computer the size of a credit card.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4114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1774</Words>
  <Application>Microsoft Macintosh PowerPoint</Application>
  <PresentationFormat>On-screen Show (16:9)</PresentationFormat>
  <Paragraphs>189</Paragraphs>
  <Slides>12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untildone — a chat that nags you until it's done</dc:title>
  <dc:subject>PptxGenJS Presentation</dc:subject>
  <dc:creator>Maja Kuzman</dc:creator>
  <cp:lastModifiedBy>Maja Kuzman</cp:lastModifiedBy>
  <cp:revision>1</cp:revision>
  <dcterms:created xsi:type="dcterms:W3CDTF">2026-08-31T12:21:44Z</dcterms:created>
  <dcterms:modified xsi:type="dcterms:W3CDTF">2026-08-31T12:35:30Z</dcterms:modified>
</cp:coreProperties>
</file>